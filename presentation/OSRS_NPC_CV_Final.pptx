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B1B2A"/>
                </a:solidFill>
              </a:rPr>
              <a:t>OSRS NPC Image Understanding &amp; Generation</a:t>
            </a:r>
          </a:p>
          <a:p>
            <a:r>
              <a:rPr sz="2200">
                <a:solidFill>
                  <a:srgbClr val="555555"/>
                </a:solidFill>
              </a:rPr>
              <a:t>Two Deep Learning Problems, Two Champion-Challenger Model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55555"/>
                </a:solidFill>
              </a:rPr>
              <a:t>[Author names] • Deep Learning and Computer Vision • [Date]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Team logo / OSRS-themed hero image; osrs_npc_map.png or osrs_world_map.jpg as backdrop]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The dataset: OSRS Wiki NPC images + metadata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Problem 1: NPC class classification (champion vs. challenger)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Problem 2: NPC image generation (champion vs. challenger)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Model operations: deployment &amp; maintenance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Simple agenda graphic / icon row]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Scraped from the OSRS Wiki: 4,443 NPC pages (01_web_scrape_osrs_wiki.ipynb)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Per NPC: chathead (portrait) image + full-body image + metadata (Class/Race, Gender, Location, Members, Release)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3,459 NPCs have both a chathead and body image — the classification working set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Heavy class imbalance: Human alone is ~60% of the labeled data; several classes (Cat, Troll, Dorgeshuun) have under 40 examples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1,712 chatheads survive dedup + QA filtering (CLIP-based near-duplicate &amp; junk-image removal) — the generation training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eda_summary_combined.png, univariate_Class.png, sample_grid_by_class.png]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EDA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Univariate: Class, Gender, Members distributions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Bivariate: Class × Location, Class × Members heatmaps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Image data: resolution histograms (chatheads cluster tightly; bodies are far more spread out)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Outlier review: smallest/largest chatheads inspected by hand to set a safe resize/pad strategy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Data quality pass: CLIP-based near-duplicate detection (HDBSCAN clustering) + junk-image flagging with human review (review_app.py)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bivariate_class_location.png, chathead_resolution_eda.png, chathead_cluster_samples.png]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7C4DFF"/>
                </a:solidFill>
              </a:rPr>
              <a:t>Problem 1</a:t>
            </a:r>
          </a:p>
          <a:p>
            <a:r>
              <a:rPr sz="2000">
                <a:solidFill>
                  <a:srgbClr val="555555"/>
                </a:solidFill>
              </a:rPr>
              <a:t>NPC Class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Problem 1: Task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Cognitive problem: multi-class classification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Input: an NPC's chathead image + body image together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Target: NPC Class — top 10 classes by frequency, everything else collapsed to “Other” (11 classes total)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Split: 70/15/15 train/val/test, stratified (2,421 / 519 / 519 NPCs) — identical split used for both models below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Class imbalance handled via inverse-frequency loss weighting + heavier augmentation on minority classes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Champion: Transfer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Two pretrained ResNet18 backbones (ImageNet weights) — one for chathead, one for body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Features concatenated (1024-dim) → Linear(256) → Dropout → Linear(11 classes)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22.6M parameters — fine-tuned, not trained from scratch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Test accuracy: 84.4% — macro F1: 0.845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DualCNN architecture diagram; champion_training_curves.png]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Challenger: From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Same fusion architecture and training recipe as the champion — only the backbone changes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Two 5-block Conv/BatchNorm/ReLU/MaxPool CNNs, trained from random initialization (no pretrained weights)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3.4M parameters — 6.6x smaller than the champion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Test accuracy: 61.9% — macro F1: 0.473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ScratchCNN architecture diagram; challenger_training_curves.png]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Problem 1: Champion vs. Challenger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rPr b="1" sz="16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Champion (pretrained)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Challenger (from scratch)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84.4%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61.9%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0.473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22.6M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3.4M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Checkpoint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86.4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13.0 MB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Inference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1.26 ms/image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0.95 ms/image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480559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classification_confusion_matrices_side_by_side.png, classification_roc_comparison.png]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Problem 1: The Gap Isn't Uniform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Champion's biggest wins are concentrated on the thinnest classes: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555555"/>
                </a:solidFill>
              </a:rPr>
              <a:t>– Monkey: +0.70 F1 (6 test examples)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555555"/>
                </a:solidFill>
              </a:rPr>
              <a:t>– Troll: +0.67 F1 (5 test examples)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555555"/>
                </a:solidFill>
              </a:rPr>
              <a:t>– Ghost: +0.51 F1 (8 test examples)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555555"/>
                </a:solidFill>
              </a:rPr>
              <a:t>– Human: only +0.13 F1 (314 test examples — plenty of data either way)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Takeaway: the pretrained ImageNet prior substitutes for task-specific data — exactly where the from-scratch model can't catch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classification_per_class_f1_comparison.png]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Problem 1: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Grad-CAM shows both models attending to face/character regions, not background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t-SNE of learned features shows the champion forming tighter, cleaner per-class clusters than the challenger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Filter visualization: champion's early filters resemble general edge/color detectors (inherited from ImageNet); challenger's are noisier, learned purely from this small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champion_tsne.png vs challenger_tsne.png side by side; a Grad-CAM example]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7C4DFF"/>
                </a:solidFill>
              </a:rPr>
              <a:t>Problem 2</a:t>
            </a:r>
          </a:p>
          <a:p>
            <a:r>
              <a:rPr sz="2000">
                <a:solidFill>
                  <a:srgbClr val="555555"/>
                </a:solidFill>
              </a:rPr>
              <a:t>NPC Image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Problem 2: Task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Cognitive problem: conditional image generation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Goal: generate a new 128×128 NPC chathead for a given class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Training data: 1,712 deduped, resized/padded chatheads + CLIP-derived captions (facial hair, headwear, hair color, etc.)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Same 11-class label space as Problem 1, so the Problem-1 classifier can later judge Problem-2 outputs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Champion: LoRA / Stable Diffusion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LoRA (rank 8) fine-tune of Stable Diffusion 1.5, retrained on the full multi-class dataset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Previous feasibility run only covered the “Human” class (~300 images) — this champion covers all 11 classes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Text-conditioned: prompted with class + optional attributes (e.g. “Dwarf, Male, a beard, found in Falador”)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2,000 training steps, ~7 minutes on a single consumer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lora_champion_samples.png grid]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Challenger: Conditional DCGAN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Standard DCGAN (Radford et al. 2015) trained entirely from scratch — no pretrained weights anywhere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Class conditioning: label embedding concatenated into generator input; broadcast as an extra discriminator channel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13.6M-parameter generator, 150 training epochs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Same training images and label space as the champion, for a fair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gan_challenger_samples.png grid; gan_training_progress snapshots showing the quality plateau]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Problem 2: Champion vs. Challenger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rPr b="1" sz="16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Champion (LoRA)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Challenger (DCGAN)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FID (lower is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234.95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340.18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CLIP-score (higher is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0.242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25 denoising steps/image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single forward 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generation_champion_vs_challenger_grid.png]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Problem 2: What the Metrics (and a Failed Metric)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FID and CLIP-score both favor the champion — consistent with the qualitative grid: champion produces recognizable, class-appropriate OSRS art; challenger plateaus at color-appropriate blobs within ~30 epochs and never resolves fine structure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We also tried judging generations with the Problem-1 classifier — it surprisingly favored the challenger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Root cause: the classifier expects two different views (chathead + body); we had to feed the same generated image into both slots, which is out-of-distribution for it — both models collapsed to the same 2 predicted classes regardless of source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Lesson: report a metric's limitations honestly rather than picking whichever one confirms the expected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generation_classifier_agreement.png]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7C4DFF"/>
                </a:solidFill>
              </a:rPr>
              <a:t>Model Operations</a:t>
            </a:r>
          </a:p>
          <a:p>
            <a:r>
              <a:rPr sz="2000">
                <a:solidFill>
                  <a:srgbClr val="555555"/>
                </a:solidFill>
              </a:rPr>
              <a:t>Deployment &amp; Maintenance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Single inference API (FastAPI) with two routes: /classify and /generate, each loading champion + challenger checkpoints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/classify is cheap enough to run on CPU (sub-2ms/image even on GPU); /generate is the one workload that benefits from a GPU-backed worker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Demo app (Streamlit, demo_app.py) implements this exact shape locally: pick an NPC or class, compare both models side by side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Versioned checkpoints, each paired with the metrics that justified promoting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Architecture diagram (see docs/model_operations.md mermaid diagram); demo app screenshot]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Maintenance &amp; Update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OSRS ships regular game updates → new NPCs → models go stale over time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Update cycle: re-scrape (01_web_scrape_osrs_wiki.ipynb) → human-in-the-loop QA (existing review_app.py pattern) → retrain challengers first → promote only if they beat the current champion on a fresh held-out split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Rollback: keep the last 2 promoted checkpoints per model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Monitoring: watch prediction-class drift (rising “Other” rate signals new NPC types) and periodic FID/CLIP-score spot checks on generation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7C4DFF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Both cognitive problems show the same underlying story: a pretrained prior (ImageNet for classification, Stable Diffusion for generation) substitutes for task-specific data — and the benefit concentrates on the thinnest classes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From-scratch models are smaller and faster, but need far more data than this dataset provides to match a pretrained model's quality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Evaluation metrics need scrutiny, not just reporting — our classifier-agreement metric for Problem 2 revealed its own confound rather than a genuine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C4DFF"/>
                </a:solidFill>
              </a:rPr>
              <a:t>[VISUAL: Team to add: what each member found most notable]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Small, imbalanced dataset — several classes have under 20 examples; more data (or synthetic augmentation) would likely narrow the champion/challenger gap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Generation quality metrics (FID especially) are noisy at this sample size — worth revisiting with a larger reference set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Multi-task learning: feed CLIP-derived attributes (facial hair, headwear, etc.) as auxiliary classification labels or as a text-embedding branch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1B2A"/>
                </a:solidFill>
              </a:rPr>
              <a:t>• Try spectral normalization / feature matching / WGAN-GP to stabilize the DCGAN challenger further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2A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1B2A"/>
                </a:solidFill>
              </a:rPr>
              <a:t>• He et al., “Deep Residual Learning for Image Recognition” (ResNet), 2015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1B2A"/>
                </a:solidFill>
              </a:rPr>
              <a:t>• Rombach et al., “High-Resolution Image Synthesis with Latent Diffusion Models” (Stable Diffusion), 2022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1B2A"/>
                </a:solidFill>
              </a:rPr>
              <a:t>• Hu et al., “LoRA: Low-Rank Adaptation of Large Language Models”, 2021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1B2A"/>
                </a:solidFill>
              </a:rPr>
              <a:t>• Radford et al., “Unsupervised Representation Learning with Deep Convolutional GANs” (DCGAN), 2015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1B2A"/>
                </a:solidFill>
              </a:rPr>
              <a:t>• Radford et al., “Learning Transferable Visual Models From Natural Language Supervision” (CLIP), 2021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1B2A"/>
                </a:solidFill>
              </a:rPr>
              <a:t>• Heusel et al., “GANs Trained by a Two Time-Scale Update Rule Converge to a Local Nash Equilibrium” (FID), 2017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1B2A"/>
                </a:solidFill>
              </a:rPr>
              <a:t>• HuggingFace diffusers, transformers, peft, accelerate libraries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1B2A"/>
                </a:solidFill>
              </a:rPr>
              <a:t>• Data source: oldschool.runescape.wiki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B1B2A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B1B2A"/>
                </a:solidFill>
              </a:rPr>
              <a:t>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